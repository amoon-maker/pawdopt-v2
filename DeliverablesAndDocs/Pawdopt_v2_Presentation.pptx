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6477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E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A6B8A">
              <a:alpha val="25000"/>
            </a:srgbClr>
          </a:solidFill>
          <a:ln w="12700">
            <a:solidFill>
              <a:srgbClr val="1A6B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7132320" y="2286000"/>
            <a:ext cx="2743200" cy="2743200"/>
          </a:xfrm>
          <a:prstGeom prst="ellipse">
            <a:avLst/>
          </a:prstGeom>
          <a:solidFill>
            <a:srgbClr val="2B6C8A">
              <a:alpha val="20000"/>
            </a:srgbClr>
          </a:solidFill>
          <a:ln w="12700">
            <a:solidFill>
              <a:srgbClr val="2B6C8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🐾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463040" y="2743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Pawdopt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303520" y="2743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&amp; Rehoming Management System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114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Development (420-940-VA)  |  Summer 2026  |  Vanier College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6B8A">
              <a:alpha val="60000"/>
            </a:srgbClr>
          </a:solidFill>
          <a:ln w="12700">
            <a:solidFill>
              <a:srgbClr val="2B6C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Isabela Sierra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Side — Rehome Wizard &amp; Rehomer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246888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6B8A">
              <a:alpha val="60000"/>
            </a:srgbClr>
          </a:solidFill>
          <a:ln w="12700">
            <a:solidFill>
              <a:srgbClr val="2B6C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Amina Ayad Al Halabieh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Side — Pet Listings, Adoption Wizard &amp; Favourites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Pejman Azadi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4206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I  |  Week 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🐾  What is Pawdopt v2?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adoption in Quebec is fragmented across Facebook groups, informal sites, and emails.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 verification → scams and unverified listings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 have no modern digital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application or screening process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platform for Quebec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89204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6916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Pawdopt v2 is a web platform built for animal shelters in Quebec.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vaccination document upload &amp; admin review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access: Guest, Adopter, Rehomer, Admin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multi-step wizards for adoption &amp; rehoming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platform — English &amp; French (Quebec)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Target Client: SPCA Montréal &amp; local rescue organizations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Work Completed So Far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1188720"/>
            <a:ext cx="777240" cy="777240"/>
          </a:xfrm>
          <a:prstGeom prst="ellipse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Deliverable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need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&amp; user roles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design considerations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responsibility review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3017520" y="1188720"/>
            <a:ext cx="777240" cy="777240"/>
          </a:xfrm>
          <a:prstGeom prst="ellipse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01752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Iterating over SDLC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8346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user stories (US01–US08)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SDLC iteration analysis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→ Analysis → Design → Implementation → Testing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 for Iteration 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5166360" y="1188720"/>
            <a:ext cx="777240" cy="777240"/>
          </a:xfrm>
          <a:prstGeom prst="ellipse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16636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Modeling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28346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architecture mapped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20840" y="1051560"/>
            <a:ext cx="2011680" cy="38404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7315200" y="1188720"/>
            <a:ext cx="777240" cy="777240"/>
          </a:xfrm>
          <a:prstGeom prst="ellipse">
            <a:avLst/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315200" y="11887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(HTML)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12280" y="2834640"/>
            <a:ext cx="1828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wireframe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wizard wireframe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Rehome wizard wireframe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Care Guide, About, FAQ, 404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Tech Stack &amp;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5F7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Tech Stack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20240" y="17190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ASP.NET Core MVC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167128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EF Core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42616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94360" y="267004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 Views + HTML/CSS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18104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94360" y="31455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20240" y="314553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593592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94360" y="36210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6210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3749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94360" y="409651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20240" y="4096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5F7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892040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User Roles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92040" y="1691640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983480" y="1728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Guest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9933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listings freely, no login needed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92040" y="2441448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4983480" y="2478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Adopter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2743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apply for pets, save favourites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92040" y="3191256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983480" y="32278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💛  Rehomer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83480" y="34930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pets with verified health documents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941064"/>
            <a:ext cx="37490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498348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Administrator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42428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documents, manage users &amp; listings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Wireframe — Landing Page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502920" cy="502920"/>
          </a:xfrm>
          <a:prstGeom prst="ellipse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7548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8992" y="1170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78992" y="15179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· Home · Adopt · Rehome · Care Guide · About Us · EN/FR · Dark mode · Login/Register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910328" y="1371600"/>
            <a:ext cx="502920" cy="502920"/>
          </a:xfrm>
          <a:prstGeom prst="ellipse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10328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13832" y="11704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13832" y="151790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a new life to an animal with Pawdopt" · Adopt Now &amp; Rehome a Pet CTAs · Floating pet card (2,400+ pets adopted)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5488" y="2606040"/>
            <a:ext cx="502920" cy="502920"/>
          </a:xfrm>
          <a:prstGeom prst="ellipse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7548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24048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/ Stats Bar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78992" y="275234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4.2M+ Pets rehomed · 0.8M+ Pets adopted · 12K+ Active listings · 98% Success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910328" y="2606040"/>
            <a:ext cx="502920" cy="502920"/>
          </a:xfrm>
          <a:prstGeom prst="ellipse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103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13832" y="24048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13832" y="275234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3-step process: Create profile → Browse &amp; match → Start the process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75488" y="3840480"/>
            <a:ext cx="502920" cy="502920"/>
          </a:xfrm>
          <a:prstGeom prst="ellipse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75488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78992" y="3639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Pets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78992" y="39867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pet listing with photo, name, breed, age, location — Available Now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566160"/>
            <a:ext cx="4251960" cy="1078992"/>
          </a:xfrm>
          <a:prstGeom prst="roundRect">
            <a:avLst>
              <a:gd name="adj" fmla="val 8475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910328" y="3840480"/>
            <a:ext cx="502920" cy="502920"/>
          </a:xfrm>
          <a:prstGeom prst="ellipse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910328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13832" y="3639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Banner + Care Guide + Footer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13832" y="3986784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mascot section · Care guide preview · Full footer with links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🧙  Wireframes — Multi-Step Wizards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Adoption Wizard — 5 Steps  (Amina)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" cy="38404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6002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Info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8013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email, phone, address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384048" cy="38404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2221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Environment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42316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home, yard, lifestyle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384048" cy="38404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5720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32688" y="28437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Photos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30449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 of living space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384048" cy="38404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34655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Animals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32688" y="36667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pets, household info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384048" cy="384048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572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32688" y="408736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Submit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428853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summary, final submission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1005840"/>
            <a:ext cx="41148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84632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💛  Rehome Wizard — 8 Steps  (Isabela)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508760"/>
            <a:ext cx="329184" cy="329184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4846320" y="1508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1517904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Basic Info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57800" y="1691640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species, breed, age, gender, size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46320" y="1929384"/>
            <a:ext cx="329184" cy="329184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46320" y="1929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1938528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Images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57800" y="2112264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1–5 photos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46320" y="2350008"/>
            <a:ext cx="329184" cy="329184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846320" y="2350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57800" y="2359152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2532888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traits checklist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2770632"/>
            <a:ext cx="329184" cy="329184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846320" y="2770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57800" y="2779776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257800" y="2953512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status, vaccinated, microchipped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846320" y="3191256"/>
            <a:ext cx="329184" cy="329184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484632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57800" y="3200400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57800" y="3374136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province, postal code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46320" y="3611880"/>
            <a:ext cx="329184" cy="329184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484632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257800" y="3621024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257800" y="3794760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reason for rehoming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46320" y="4032504"/>
            <a:ext cx="329184" cy="32918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4846320" y="4032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57800" y="4041648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Document Upload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57800" y="4215384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or health doc — REQUIRED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46320" y="4453128"/>
            <a:ext cx="329184" cy="329184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4846320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257800" y="4462272"/>
            <a:ext cx="3429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Submit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257800" y="4636008"/>
            <a:ext cx="3429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submit listing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  Wireframes — Remaining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🔑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 on signup · Email verification (6-digit code) · Role-based redirect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18688" y="10972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310128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904488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874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status overview · Document review queue · User management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0972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163056" y="1234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🐾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57416" y="1234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Guide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63056" y="18745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&amp; Cat care articles · Tips and advice for new pet owners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572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ℹ️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info, mission, platform story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18688" y="29260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310128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📬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904488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Us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0128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form: name, email, phone, message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2926080"/>
            <a:ext cx="2697480" cy="1600200"/>
          </a:xfrm>
          <a:prstGeom prst="roundRect">
            <a:avLst>
              <a:gd name="adj" fmla="val 6857"/>
            </a:avLst>
          </a:prstGeom>
          <a:solidFill>
            <a:srgbClr val="E8F4F8"/>
          </a:solidFill>
          <a:ln w="12700">
            <a:solidFill>
              <a:srgbClr val="B3D9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6163056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757416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+ 404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63056" y="370332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accordion · Custom 404 error page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3E53"/>
          </a:solidFill>
          <a:ln w="12700">
            <a:solidFill>
              <a:srgbClr val="0F3E5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Current 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Project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3840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pawdopt-v2/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Controllers/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Models/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Views/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├── Home/Index.cshtml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│     └── Shared/_Layout.cshtml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ViewComponents/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wwwroot/css, js, lib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Properties/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appsettings.json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Program.cs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GitHub: IsaSierra28 / pawdopt-v2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84632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Progress Status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572768"/>
            <a:ext cx="3794760" cy="338328"/>
          </a:xfrm>
          <a:prstGeom prst="roundRect">
            <a:avLst>
              <a:gd name="adj" fmla="val 16216"/>
            </a:avLst>
          </a:prstGeom>
          <a:solidFill>
            <a:srgbClr val="E8F8F0"/>
          </a:solidFill>
          <a:ln w="12700">
            <a:solidFill>
              <a:srgbClr val="A8E6C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937760" y="16093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Project setup &amp; 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1993392"/>
            <a:ext cx="3794760" cy="338328"/>
          </a:xfrm>
          <a:prstGeom prst="roundRect">
            <a:avLst>
              <a:gd name="adj" fmla="val 16216"/>
            </a:avLst>
          </a:prstGeom>
          <a:solidFill>
            <a:srgbClr val="E8F8F0"/>
          </a:solidFill>
          <a:ln w="12700">
            <a:solidFill>
              <a:srgbClr val="A8E6C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37760" y="20299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ASP.NET Core MVC configured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414016"/>
            <a:ext cx="3794760" cy="338328"/>
          </a:xfrm>
          <a:prstGeom prst="roundRect">
            <a:avLst>
              <a:gd name="adj" fmla="val 16216"/>
            </a:avLst>
          </a:prstGeom>
          <a:solidFill>
            <a:srgbClr val="E8F8F0"/>
          </a:solidFill>
          <a:ln w="12700">
            <a:solidFill>
              <a:srgbClr val="A8E6C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37760" y="24505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GitHub repository (shared)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3794760" cy="338328"/>
          </a:xfrm>
          <a:prstGeom prst="roundRect">
            <a:avLst>
              <a:gd name="adj" fmla="val 16216"/>
            </a:avLst>
          </a:prstGeom>
          <a:solidFill>
            <a:srgbClr val="E8F8F0"/>
          </a:solidFill>
          <a:ln w="12700">
            <a:solidFill>
              <a:srgbClr val="A8E6C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937760" y="287121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README added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3255264"/>
            <a:ext cx="3794760" cy="338328"/>
          </a:xfrm>
          <a:prstGeom prst="roundRect">
            <a:avLst>
              <a:gd name="adj" fmla="val 16216"/>
            </a:avLst>
          </a:prstGeom>
          <a:solidFill>
            <a:srgbClr val="E8F8F0"/>
          </a:solidFill>
          <a:ln w="12700">
            <a:solidFill>
              <a:srgbClr val="A8E6C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Login / Register pages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3675888"/>
            <a:ext cx="3794760" cy="338328"/>
          </a:xfrm>
          <a:prstGeom prst="roundRect">
            <a:avLst>
              <a:gd name="adj" fmla="val 16216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937760" y="37124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Landing Page (Index.cshtml)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4096512"/>
            <a:ext cx="3794760" cy="338328"/>
          </a:xfrm>
          <a:prstGeom prst="roundRect">
            <a:avLst>
              <a:gd name="adj" fmla="val 16216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937760" y="41330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SQL Server DB + EF Core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4517136"/>
            <a:ext cx="3794760" cy="338328"/>
          </a:xfrm>
          <a:prstGeom prst="roundRect">
            <a:avLst>
              <a:gd name="adj" fmla="val 16216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93776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Authentication (Core Identity)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E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6B8A">
              <a:alpha val="30000"/>
            </a:srgbClr>
          </a:solidFill>
          <a:ln w="12700">
            <a:solidFill>
              <a:srgbClr val="1A6B8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B6C8A">
              <a:alpha val="25000"/>
            </a:srgbClr>
          </a:solidFill>
          <a:ln w="12700">
            <a:solidFill>
              <a:srgbClr val="2B6C8A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What's Next — Deliverable I Goals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target — end-to-end working demo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6B8A">
              <a:alpha val="50000"/>
            </a:srgbClr>
          </a:solidFill>
          <a:ln w="12700">
            <a:solidFill>
              <a:srgbClr val="2B6C8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Guest Browsing (US01)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page with filters, pet detail pages — no login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6B8A">
              <a:alpha val="50000"/>
            </a:srgbClr>
          </a:solidFill>
          <a:ln w="12700">
            <a:solidFill>
              <a:srgbClr val="2B6C8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Registration &amp; Login (US02–US03)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64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selection, email verification, role-based dashboard redirect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6B8A">
              <a:alpha val="50000"/>
            </a:srgbClr>
          </a:solidFill>
          <a:ln w="12700">
            <a:solidFill>
              <a:srgbClr val="2B6C8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57200" y="25786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Adoption Wizard (US04–US05)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953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wizard with draft saving + Adopter favourites list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25146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6B8A">
              <a:alpha val="50000"/>
            </a:srgbClr>
          </a:solidFill>
          <a:ln w="12700">
            <a:solidFill>
              <a:srgbClr val="2B6C8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937760" y="25786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💛  Rehome Wizard Steps 1–3 (US06)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95351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info, photo upload, personality traits — with draft saving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033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6B8A">
              <a:alpha val="50000"/>
            </a:srgbClr>
          </a:solidFill>
          <a:ln w="12700">
            <a:solidFill>
              <a:srgbClr val="2B6C8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57200" y="3767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Rehome Wizard Steps 4–6 (US07)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42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story, mandatory document upload (REQUIRED before submit)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37033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1A6B8A">
              <a:alpha val="50000"/>
            </a:srgbClr>
          </a:solidFill>
          <a:ln w="12700">
            <a:solidFill>
              <a:srgbClr val="2B6C8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937760" y="3767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Rehomer Dashboard (US08)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41422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status cards, adoption requests, notification badges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Coders — Isabela Sierra &amp; Amina Ayad Al Halabieh  |  Summer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981</Words>
  <Application>Microsoft Macintosh PowerPoint</Application>
  <PresentationFormat>On-screen Show (16:9)</PresentationFormat>
  <Paragraphs>208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Pawdopt v2 — Deliverable I</dc:title>
  <dc:subject>PptxGenJS Presentation</dc:subject>
  <dc:creator>PptxGenJS</dc:creator>
  <cp:lastModifiedBy>Ayad Al Halabieh Amina</cp:lastModifiedBy>
  <cp:revision>2</cp:revision>
  <dcterms:created xsi:type="dcterms:W3CDTF">2026-06-10T15:49:09Z</dcterms:created>
  <dcterms:modified xsi:type="dcterms:W3CDTF">2026-06-11T14:00:43Z</dcterms:modified>
</cp:coreProperties>
</file>